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rwester" charset="1" panose="00000506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32332" y="3447612"/>
            <a:ext cx="14423337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TIENDA VIRTUAL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6505" y="1415805"/>
            <a:ext cx="1794990" cy="114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MARIO REYES </a:t>
            </a:r>
          </a:p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JUAN BAEZA</a:t>
            </a:r>
          </a:p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JOHAN TORRES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86363" y="1662400"/>
            <a:ext cx="12316883" cy="7328545"/>
          </a:xfrm>
          <a:custGeom>
            <a:avLst/>
            <a:gdLst/>
            <a:ahLst/>
            <a:cxnLst/>
            <a:rect r="r" b="b" t="t" l="l"/>
            <a:pathLst>
              <a:path h="7328545" w="12316883">
                <a:moveTo>
                  <a:pt x="0" y="0"/>
                </a:moveTo>
                <a:lnTo>
                  <a:pt x="12316883" y="0"/>
                </a:lnTo>
                <a:lnTo>
                  <a:pt x="12316883" y="7328545"/>
                </a:lnTo>
                <a:lnTo>
                  <a:pt x="0" y="7328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7609" y="137267"/>
            <a:ext cx="8010096" cy="152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76"/>
              </a:lnSpc>
            </a:pPr>
            <a:r>
              <a:rPr lang="en-US" sz="9300" spc="-45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PAGINA PRINCIPAL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68667"/>
            <a:ext cx="3194530" cy="473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4064" spc="-1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AQUI TENEMOS LA PAGINA PRINCIPAL, DONDE TODOS LOS BOTONES SON FUNCIONALES.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84079" y="2291407"/>
            <a:ext cx="11442476" cy="6865486"/>
          </a:xfrm>
          <a:custGeom>
            <a:avLst/>
            <a:gdLst/>
            <a:ahLst/>
            <a:cxnLst/>
            <a:rect r="r" b="b" t="t" l="l"/>
            <a:pathLst>
              <a:path h="6865486" w="11442476">
                <a:moveTo>
                  <a:pt x="0" y="0"/>
                </a:moveTo>
                <a:lnTo>
                  <a:pt x="11442477" y="0"/>
                </a:lnTo>
                <a:lnTo>
                  <a:pt x="11442477" y="6865486"/>
                </a:lnTo>
                <a:lnTo>
                  <a:pt x="0" y="686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0265" y="2861644"/>
            <a:ext cx="6638493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BOTON DEL CARRITO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19938" y="2285565"/>
            <a:ext cx="10793274" cy="6543422"/>
          </a:xfrm>
          <a:custGeom>
            <a:avLst/>
            <a:gdLst/>
            <a:ahLst/>
            <a:cxnLst/>
            <a:rect r="r" b="b" t="t" l="l"/>
            <a:pathLst>
              <a:path h="6543422" w="10793274">
                <a:moveTo>
                  <a:pt x="0" y="0"/>
                </a:moveTo>
                <a:lnTo>
                  <a:pt x="10793273" y="0"/>
                </a:lnTo>
                <a:lnTo>
                  <a:pt x="10793273" y="6543422"/>
                </a:lnTo>
                <a:lnTo>
                  <a:pt x="0" y="6543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0265" y="3072765"/>
            <a:ext cx="6638493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PAGINA DE PRODUCTO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05287" y="778812"/>
            <a:ext cx="8280023" cy="9185187"/>
          </a:xfrm>
          <a:custGeom>
            <a:avLst/>
            <a:gdLst/>
            <a:ahLst/>
            <a:cxnLst/>
            <a:rect r="r" b="b" t="t" l="l"/>
            <a:pathLst>
              <a:path h="9185187" w="8280023">
                <a:moveTo>
                  <a:pt x="0" y="0"/>
                </a:moveTo>
                <a:lnTo>
                  <a:pt x="8280023" y="0"/>
                </a:lnTo>
                <a:lnTo>
                  <a:pt x="8280023" y="9185187"/>
                </a:lnTo>
                <a:lnTo>
                  <a:pt x="0" y="9185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6651" y="3072765"/>
            <a:ext cx="6638493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PONER RESEÑA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9375" y="227798"/>
            <a:ext cx="8599925" cy="9588916"/>
          </a:xfrm>
          <a:custGeom>
            <a:avLst/>
            <a:gdLst/>
            <a:ahLst/>
            <a:cxnLst/>
            <a:rect r="r" b="b" t="t" l="l"/>
            <a:pathLst>
              <a:path h="9588916" w="8599925">
                <a:moveTo>
                  <a:pt x="0" y="0"/>
                </a:moveTo>
                <a:lnTo>
                  <a:pt x="8599925" y="0"/>
                </a:lnTo>
                <a:lnTo>
                  <a:pt x="8599925" y="9588916"/>
                </a:lnTo>
                <a:lnTo>
                  <a:pt x="0" y="9588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3162" y="3643260"/>
            <a:ext cx="6638493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RESEÑA PUBLICADA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3182" y="2159668"/>
            <a:ext cx="11764818" cy="5967664"/>
          </a:xfrm>
          <a:custGeom>
            <a:avLst/>
            <a:gdLst/>
            <a:ahLst/>
            <a:cxnLst/>
            <a:rect r="r" b="b" t="t" l="l"/>
            <a:pathLst>
              <a:path h="5967664" w="11764818">
                <a:moveTo>
                  <a:pt x="0" y="0"/>
                </a:moveTo>
                <a:lnTo>
                  <a:pt x="11764818" y="0"/>
                </a:lnTo>
                <a:lnTo>
                  <a:pt x="11764818" y="5967664"/>
                </a:lnTo>
                <a:lnTo>
                  <a:pt x="0" y="5967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717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1546" y="876300"/>
            <a:ext cx="6638493" cy="800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APRATADO PARA IR A OTRO PRODUCTO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45901" y="2354397"/>
            <a:ext cx="11301259" cy="6032047"/>
          </a:xfrm>
          <a:custGeom>
            <a:avLst/>
            <a:gdLst/>
            <a:ahLst/>
            <a:cxnLst/>
            <a:rect r="r" b="b" t="t" l="l"/>
            <a:pathLst>
              <a:path h="6032047" w="11301259">
                <a:moveTo>
                  <a:pt x="0" y="0"/>
                </a:moveTo>
                <a:lnTo>
                  <a:pt x="11301259" y="0"/>
                </a:lnTo>
                <a:lnTo>
                  <a:pt x="11301259" y="6032047"/>
                </a:lnTo>
                <a:lnTo>
                  <a:pt x="0" y="6032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409" y="904875"/>
            <a:ext cx="6638493" cy="825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68"/>
              </a:lnSpc>
            </a:pPr>
            <a:r>
              <a:rPr lang="en-US" sz="9900" spc="-48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PICAR AL NOMBRE PARA IR A LA PAGINA PRINCIPAL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39185" y="2724728"/>
            <a:ext cx="9571092" cy="5694800"/>
          </a:xfrm>
          <a:custGeom>
            <a:avLst/>
            <a:gdLst/>
            <a:ahLst/>
            <a:cxnLst/>
            <a:rect r="r" b="b" t="t" l="l"/>
            <a:pathLst>
              <a:path h="5694800" w="9571092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0692" y="1777467"/>
            <a:ext cx="6638493" cy="599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SE LE PICA Y LO LLEVA ALLI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DAHJBVM_vLo</dc:identifier>
  <dcterms:modified xsi:type="dcterms:W3CDTF">2011-08-01T06:04:30Z</dcterms:modified>
  <cp:revision>1</cp:revision>
  <dc:title>mario reyes juan baeza johan torres</dc:title>
</cp:coreProperties>
</file>